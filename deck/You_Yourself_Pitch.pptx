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Hallucination signs present (of 21 checked)</c:v>
                </c:pt>
              </c:strCache>
            </c:strRef>
          </c:tx>
          <c:spPr>
            <a:solidFill>
              <a:srgbClr val="F5C04E"/>
            </a:solidFill>
          </c:spPr>
          <c:cat>
            <c:strRef>
              <c:f>Sheet1!$A$2:$A$5</c:f>
              <c:strCache>
                <c:ptCount val="4"/>
                <c:pt idx="0">
                  <c:v>Before</c:v>
                </c:pt>
                <c:pt idx="1">
                  <c:v>Day 1</c:v>
                </c:pt>
                <c:pt idx="2">
                  <c:v>Day 2</c:v>
                </c:pt>
                <c:pt idx="3">
                  <c:v>Day 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5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solidFill>
                    <a:srgbClr val="F6F4E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AA8C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quiet. Pause after the first line. Do not say ‘cure’. We are an aid that helps a person decide where a voice might come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published, anonymised nursing case report (Universitas Padjadjaran). Tell it as a story, but do not add details that are not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Diagnosis: schizophrenia unspecified. Medication and standard coping (rebuking the voice, chatting, taking pills) were already in place; she said she still struggled to control the voices.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Crayons were chosen on purpose because of her suicide history. Whispers fell from 4–5 to 2–3 a day by day 2. By day 3 only the shadow, occasionally, remained.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bridge. Drawing externalises emotion. You, Yourself externalises one specific signal: the speech muscles.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out loud: not every voice is inner speech. That is why this is a per-person test with a clinician.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Indonesia context from the manuscript: limited community services, pasung still used, pluralistic help-seeking.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do not repair the brain’s signal; that would need stimulation we cannot do. We add an outside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this live. Order: Calibrate (3 s) → Silent murmur → I hear a voice. Then tick ‘Someone talks nearby’ and repeat to show the other verdict. Backup: the recorded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Wiring rules: MyoWare at 3.3 V, ADC1 pin, NPN + flyback diode for the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credibility slide. Judges rarely see a team falsify its own first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Judges respect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clinical claims until Stage 3 and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story, not the tech.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HACKATHON PITCH · MENTAL HEALTH ×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7200" b="1">
                <a:solidFill>
                  <a:srgbClr val="F6F4EE"/>
                </a:solidFill>
                <a:latin typeface="Georgia"/>
              </a:rPr>
              <a:t>You,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108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5C04E"/>
                </a:solidFill>
                <a:latin typeface="Calibri"/>
              </a:rPr>
              <a:t>INI AKU — “it’s me”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6F4EE"/>
                </a:solidFill>
                <a:latin typeface="Georgia"/>
              </a:rPr>
              <a:t>Schizophrenia can break the brain’s “this is me” signal.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F6F4EE"/>
                </a:solidFill>
                <a:latin typeface="Georgia"/>
              </a:rPr>
              <a:t>We built an outside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F5C04E"/>
                </a:solidFill>
                <a:latin typeface="Calibri"/>
              </a:rPr>
              <a:t>Watch the 3-minute film → you-yourself.vercel.app/film/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A REAL STORY · WEST JAVA, JUNE 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She had no one to tell.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9692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Senja is 24. She is a low-paid honorary teacher at a junior-high school, and the eldest child of a family that no longer holds together.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Her parents divorced three years ago. Six months before she was admitted, her father died. Now she supports her mother and two younger siblings, and runs a school event on top of her classes.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The report notes she had nobody to share stories with or pour out her feelings to. She kept all of it inside.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AAA8C8"/>
                </a:solidFill>
                <a:latin typeface="Calibri"/>
              </a:rPr>
              <a:t>Amelia, Rafiyah &amp; Widianti, “Penerapan intervensi menggambar pada pasien skizofrenia…”, SINERGI 2(2), 2025. We call her Senja; the report calls her “Ny. G”.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WHAT SHE HEARD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“Ayo pulang.” Come home.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400" b="1">
                <a:solidFill>
                  <a:srgbClr val="F5C04E"/>
                </a:solidFill>
                <a:latin typeface="Georgia"/>
              </a:rPr>
              <a:t>“Ayo pulang.”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08960"/>
            <a:ext cx="9692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On 28 May 2024 her family brought her to a psychiatric hospital, in distress. She said she wanted to die.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Days later, calmer, she described a black shadow that walked toward her, 5–7 times a day for 1–2 minutes. And whispers saying “ayo pulang”, 4–5 times a day, up to 5 minutes, usually too faint to make out.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She pressed her hands over her ears. She talked to herself. She could not concentrate.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THREE DAYS, ONE BOX OF CRAYONS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On day three she drew home.</a:t>
            </a:r>
          </a:p>
        </p:txBody>
      </p:sp>
      <p:pic>
        <p:nvPicPr>
          <p:cNvPr id="4" name="Picture 3" descr="draw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3200400" cy="226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0233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D6D4EA"/>
                </a:solidFill>
                <a:latin typeface="Calibri"/>
              </a:rPr>
              <a:t>Day 1 · a tangled ball of black thread. She said it meant everything was piled up and tangled, and she didn’t know how to cope.</a:t>
            </a:r>
          </a:p>
        </p:txBody>
      </p:sp>
      <p:pic>
        <p:nvPicPr>
          <p:cNvPr id="6" name="Picture 5" descr="draw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54480"/>
            <a:ext cx="3200400" cy="226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840" y="40233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D6D4EA"/>
                </a:solidFill>
                <a:latin typeface="Calibri"/>
              </a:rPr>
              <a:t>Day 2 · the room she sat in, in careful detail. Her focus was coming back.</a:t>
            </a:r>
          </a:p>
        </p:txBody>
      </p:sp>
      <p:pic>
        <p:nvPicPr>
          <p:cNvPr id="8" name="Picture 7" descr="dra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554480"/>
            <a:ext cx="3200400" cy="226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83879" y="40233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D6D4EA"/>
                </a:solidFill>
                <a:latin typeface="Calibri"/>
              </a:rPr>
              <a:t>Day 3 · the mountains she used to draw as a child, with her parents. She said she missed her family’s harmony.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85800" y="4983480"/>
          <a:ext cx="5486400" cy="13716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53949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AAA8C8"/>
                </a:solidFill>
                <a:latin typeface="Calibri"/>
              </a:rPr>
              <a:t>Hallucination signs present (of 21 checked)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AAA8C8"/>
                </a:solidFill>
                <a:latin typeface="Calibri"/>
              </a:rPr>
              <a:t>Drawings recreated with the film’s crayon engine — not the patient’s own drawings. Counts from Table 1 of the report. One patient, no control group: encouraging, not proof.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WHAT DRAWING GAVE 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5200" b="1">
                <a:solidFill>
                  <a:srgbClr val="F6F4EE"/>
                </a:solidFill>
                <a:latin typeface="Georgia"/>
              </a:rPr>
              <a:t>It put the inside, outside.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9692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6F4EE"/>
                </a:solidFill>
                <a:latin typeface="Calibri"/>
              </a:rPr>
              <a:t>Her feelings had no outlet, so they stayed inside, where they were loud. The page made them visible, and that gave her a sense of control.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F6F4EE"/>
                </a:solidFill>
                <a:latin typeface="Calibri"/>
              </a:rPr>
              <a:t>So we asked: what if the voice itself had something you could see? An outside signal that says whether a voice comes from you.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THE SCIENCE, AND THE HONEST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Some voices may be your own inner speech.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people in the 2025 EEG study. Those hearing voices showed an enhanced, not reduced, auditory response to sounds matching their inner speech. (Whitford et al.)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patients with more lip-muscle activity during silent voices. (Rapin et al. 2013)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59%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fewer reported voices while humming, in a small 1990 study of 20 patients. (Green &amp; Kinsbourne)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The brain normally sends a copy signal when you speak, even silently, that tags the sound as yours. If it is weak, your own inner speech can sound like someone else.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But 39% of voice-hearers describe voices as replayed memories, and the muscle evidence is small and mixed. So the device tests this for each person. It never assumes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WHY IT MATTERS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6F4EE"/>
                </a:solidFill>
                <a:latin typeface="Georgia"/>
              </a:rPr>
              <a:t>Millions hear voices. Few get a tool that is theirs.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24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people live with schizophrenia worldwide, about 1 in 300 (WHO 2022)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7 / 1000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schizophrenia prevalence in Indonesia (Riskesdas 2018)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~70%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of people with schizophrenia hear voices; up to 30% do not respond to current treatment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Medication helps many, but not all. Therapy needs scarce specialists. Nobody hands a voice-hearer personal, objective evidence about where a voice might come from.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Our target is low-resource settings: a phone, a few parts, no scanner.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When a voice shows up, check two channels.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Inside: a lip-muscle sensor (MyoWare 2.0 + ESP32) sees silent speech-muscle activity.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Outside: the phone microphone checks whether anyone nearby is actually speaking, on-device, nothing recorded.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Then one gentle verdict, never “definitely”, a two-tap vibration and a 30-second humming coach.</a:t>
            </a:r>
          </a:p>
        </p:txBody>
      </p:sp>
      <p:pic>
        <p:nvPicPr>
          <p:cNvPr id="5" name="Picture 4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11680"/>
            <a:ext cx="6126480" cy="36939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Calibrate. Murmur. Press “I hear a voice.”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Runs the real detector.js: personal baseline, then speech-motor activity vs chewing vs swallowing.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Verdict: “Probably your own inner speech.” → hum coach.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Try it: open the workboard → Simulator, or plug in the wearable over Bluetooth.</a:t>
            </a:r>
          </a:p>
        </p:txBody>
      </p:sp>
      <p:pic>
        <p:nvPicPr>
          <p:cNvPr id="5" name="Picture 4" descr="demo-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11680"/>
            <a:ext cx="6126480" cy="43245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7607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5C04E"/>
                </a:solidFill>
                <a:latin typeface="Calibri"/>
              </a:rPr>
              <a:t>Open the live demo → you-yourself.vercel.app/#sim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IT IS BUILDABLE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A wearable for about Rp 0.6–1 million.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MyoWare 2.0, ESP32, a coin motor, electrodes and a LiPo: Rp 610,000–1,050,000 (marketplace estimates).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Our Virtual Breadboard simulates the exact circuit and runs the real detector, so judges can inspect every wire.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Firmware is written (1 kHz → 100 Hz, BLE, haptics) but not yet flashed on a board. We say so.</a:t>
            </a:r>
          </a:p>
        </p:txBody>
      </p:sp>
      <p:pic>
        <p:nvPicPr>
          <p:cNvPr id="5" name="Picture 4" descr="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11680"/>
            <a:ext cx="6126480" cy="43245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7607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5C04E"/>
                </a:solidFill>
                <a:latin typeface="Calibri"/>
              </a:rPr>
              <a:t>Open the Breadboard IDE → you-yourself.vercel.app/ide.html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WE TESTED OUR OWN MATHS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6F4EE"/>
                </a:solidFill>
                <a:latin typeface="Georgia"/>
              </a:rPr>
              <a:t>The obvious test lies. We caught it before any patient.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85–100%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false positives from the naive “any muscle burst near the report” test when a button-press artefact exists, with no real coupling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4.8–6.3%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false positives with our within-episode permutation test, across 16 null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≥ 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power with 20 episodes when half the voices are coupled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A button press moves muscles too. Naively, “7 of 10 voices matched your muscles” appears with no coupling at all.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So our analysis plan compares each voice with the same person’s other moments and excludes the press. All numbers are from simulation; no human data yet.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AAA8C8"/>
                </a:solidFill>
                <a:latin typeface="Calibri"/>
              </a:rPr>
              <a:t>EchoSelf manuscript v2, in-silico validation (16 null and 24 alternative scenarios).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SAID UPFRONT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What this is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7568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Not a cure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09397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An aid that supports medication and clinicians. It never replaces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834639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443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Not every 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96265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Many voices are not inner speech. We screen, and the app says “probably”, never “definitely”.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70332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1304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Small, old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831335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Humming and lip-EMG findings come from small studies. This is a tool to test properly, not a proven therapy.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57200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8172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Private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70001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On-device only. No cloud. No audio recorded.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440679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550407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Built with voice-hearers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568695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Some find their voices meaningful. The wording is co-designed and never dismissive.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Ethics first, then people.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7568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Now · 4-day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09397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Flash firmware → live graph → calibrate on 3 people → verdict, hum coach, diary → rehearse.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834639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443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96265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Bench and healthy-volunteer validation of detection accuracy and latency.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70332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1304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Stage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831335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Usability testing and co-design with a lived-experience panel.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57200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8172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Stage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70001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With ethics approval: single-case A–B–A–B study in voice-hearers.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440679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550407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Stage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568695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Sham-feedback controlled pilot, with a partner lab for inner-speech EEG.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SAY IT LOUDER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5000" b="1">
                <a:solidFill>
                  <a:srgbClr val="F6F4EE"/>
                </a:solidFill>
                <a:latin typeface="Georgia"/>
              </a:rPr>
              <a:t>Senja found her way home with crayons.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108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5C04E"/>
                </a:solidFill>
                <a:latin typeface="Calibri"/>
              </a:rPr>
              <a:t>You,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6F4EE"/>
                </a:solidFill>
                <a:latin typeface="Georgia"/>
              </a:rPr>
              <a:t>We want every voice-hearer to have a way to see where the voice comes from, and someone to tell.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F6F4EE"/>
                </a:solidFill>
                <a:latin typeface="Georgia"/>
              </a:rPr>
              <a:t>Ayo pulang. Come home, to yourself.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F5C04E"/>
                </a:solidFill>
                <a:latin typeface="Calibri"/>
              </a:rPr>
              <a:t>Open the live demo → you-yourself.vercel.app/#sim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Evidence and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1. Amelia GS, Rafiyah I, Widianti E. Penerapan intervensi menggambar pada pasien skizofrenia dengan halusinasi penglihatan dan pendengaran: case report. SINERGI Jurnal Riset Ilmiah 2(2):730–742, 2025. doi:10.62335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2. Whitford TJ et al. Corollary discharge dysfunction to inner speech and auditory verbal hallucinations. Schizophr Bull 2025. doi:10.1093/schbul/sbaf167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3. Whitford TJ et al. Mechanisms of inner speaking-induced suppression. eNeuro 2026. doi:10.1523/ENEURO.0047-26.2026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4. Rapin L et al. EMG of the lip muscles during covert auditory verbal hallucinations. J Speech Lang Hear Res 2013. doi:10.1044/1092-4388(2013/12-0210)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5. Green MF, Kinsbourne M. Subvocal activity and auditory hallucinations. Schizophr Bull 1990. doi:10.1093/schbul/16.4.617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6. McCarthy-Jones S et al. Phenomenological survey of auditory hallucinations. Schizophr Bull 2014. doi:10.1093/schbul/sbs156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7. Jack BN et al. Inner speech corollary discharge is temporally precise and content-specific. NeuroImage 2019. doi:10.1016/j.neuroimage.2019.04.038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8. World Health Organization (2022) schizophrenia fact sheet; Kemenkes Riskesdas 2018 (as cited in the case report).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9. EchoSelf design &amp; protocol manuscript v2 and hackathon concept notes (team documents). Hardware prices: Indonesian marketplace estimates in the workboard.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